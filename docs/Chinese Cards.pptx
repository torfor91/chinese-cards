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2" r:id="rId10"/>
    <p:sldId id="263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042BA-E23D-4297-B441-B911A2A72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7FAE42-9327-1B61-145E-8DEDCEFA0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6370CD-D8C9-C232-BE84-9370CC62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CB98DB-4078-DA36-2F0B-3BE9CD6AC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4D5AF-0776-888A-DC28-75C1320F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167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A4940-707A-14A6-C151-DF92F514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9AEEEC-409A-ADCF-E498-DAE34A12D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B63AE-A81A-7E02-09E2-1F9A8C2F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A67E0C-9424-D9C9-1896-FD4F229E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3958D2-60FB-5A08-94EF-8EE3ECA5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614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0D91E-E07D-E0C7-C61A-4B9750A8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5467F4-B0CB-6373-28EE-CC3C38047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0509AD-B422-FE64-E909-D729C5C5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49F149-B93C-F25E-6C9D-EC2295F5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3D1CA2-6D20-5D05-EF71-F39FBCD6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393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E51AB-14DD-DEE7-F2A3-939AA3B7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CE031F-A31B-010C-DF96-49F3E3503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07D7FB-66D7-8259-02B8-1765CD488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999B3D-C746-CC95-DA9B-A994814D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D521DE-7A0F-88F1-66B8-14037B1B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0620D1-B053-8F18-D6C1-3247C0B2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6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4855F-5330-416C-3D08-9562358E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A967E2-43C8-24E9-6155-037DDA6BC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A717BC-EE96-29EA-0DF5-40E41BBA6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60DAD5-8F75-DBD7-8B7E-599E6FEA3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17B4A1-A2E0-E083-18AB-D58C847BF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C1E5A0-B396-BAB3-0C8D-9A77B8C5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9BFFE8A-5E2B-8ACE-D4D7-08619D8E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9EA3C3-D1B6-8691-D13A-6A70F5A6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651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31CB1-3A41-5833-0044-09243E48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76D879-507B-D37C-32E1-92C6FDF3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06B707-BD7D-EC1D-9FDC-1FA83CC3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17979C-7CA1-E45F-ABAA-5FAA590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165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03FBA2F-4ED6-D304-DD39-BF55FB9A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E224FC-1F92-5B16-EBE9-EFE75D1A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1EBC5E-05AB-D553-6533-1A08EA3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042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960A4-06DF-E918-085E-7C4FA8B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FBDE19-323C-AEE1-984C-0CF6A6240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321169-02DE-D103-127A-73671368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72BA5F-7A52-6751-6CDC-014C93DF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45E56B-EB41-D07F-ED76-30F0A92C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9656A7-343F-14FA-E2A9-72F58CB4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80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5DB60-A2DA-FA24-05F1-B9E341FF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430AEA-C348-E7B6-5CE3-C870EBA12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56292C-293A-9B00-3C0A-B384699D4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D381E7-F8C4-F5A2-2B3C-AFA354C6D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8FBF47-1BB7-1BA7-30C0-93DDEBAE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63A61F-ADA0-314D-95E4-04C18F2C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007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C49FF-8D29-D3D3-40D8-4979788F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5292FB-0CD4-2A13-FB31-5A7643225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7968-AD27-716E-6585-71522706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4821B-557E-82AA-7327-456E26E2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0B255C-96D1-89AA-2721-68465906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94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A235D0-8A7A-FAD2-8964-9E141EED6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866140-7D16-D45F-CBC9-612CCDEBC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FC38FD-768B-8600-4163-843DB103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F80F67-41B3-5266-FBC3-FE4E4CF6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41DB9-4218-8772-A483-912A2C71F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160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4A20F-935C-E5E2-EE7F-89DDC8F5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CE6EED-A985-8FBC-591B-FEE70EF4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C347F5-677C-E93F-E66F-0F194AF72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DFE3-37D4-4640-8025-00907BF4C098}" type="datetimeFigureOut">
              <a:rPr lang="ru-RU" smtClean="0"/>
              <a:t>07.10.2026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D7138D-D2CC-BBE1-27CE-2036700C0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57683A-2845-C570-AA90-069E6E43B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6829-4D47-47E2-802D-97DC12D47F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82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AAC93-FADB-6271-C4DF-9AEA426FF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1232"/>
            <a:ext cx="9144000" cy="19097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rial Black" panose="020B0A04020102020204" pitchFamily="34" charset="0"/>
              </a:rPr>
              <a:t>Chinese Cards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E42F49-5381-EDC0-AF17-6E9FB85FC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5" y="3310995"/>
            <a:ext cx="8534400" cy="795867"/>
          </a:xfrm>
        </p:spPr>
        <p:txBody>
          <a:bodyPr/>
          <a:lstStyle/>
          <a:p>
            <a:r>
              <a:rPr lang="ru-RU" dirty="0"/>
              <a:t>Приложение для изучения китайского языка с интервальным повторением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07DC0-8C6B-3EBA-15AA-004A79E44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4591691" cy="1047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D1F9AF-B670-27FD-DBC6-E02413666B69}"/>
              </a:ext>
            </a:extLst>
          </p:cNvPr>
          <p:cNvSpPr txBox="1"/>
          <p:nvPr/>
        </p:nvSpPr>
        <p:spPr>
          <a:xfrm>
            <a:off x="7569200" y="4106862"/>
            <a:ext cx="462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Выполнили: Толоконникова Анастасия, Широков Денис</a:t>
            </a:r>
            <a:br>
              <a:rPr lang="ru-RU" sz="2400" dirty="0"/>
            </a:br>
            <a:r>
              <a:rPr lang="ru-RU" sz="2400" dirty="0"/>
              <a:t>Группа: ИСП-43</a:t>
            </a:r>
            <a:br>
              <a:rPr lang="ru-RU" sz="2400" dirty="0"/>
            </a:br>
            <a:r>
              <a:rPr lang="ru-RU" sz="2400" dirty="0"/>
              <a:t>Проверил: Егоров Роман Владимирович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16760-57CA-3CC5-0A2E-F487C6EE29F4}"/>
              </a:ext>
            </a:extLst>
          </p:cNvPr>
          <p:cNvSpPr txBox="1"/>
          <p:nvPr/>
        </p:nvSpPr>
        <p:spPr>
          <a:xfrm>
            <a:off x="5875868" y="6153034"/>
            <a:ext cx="1151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2026 г.</a:t>
            </a:r>
          </a:p>
        </p:txBody>
      </p:sp>
    </p:spTree>
    <p:extLst>
      <p:ext uri="{BB962C8B-B14F-4D97-AF65-F5344CB8AC3E}">
        <p14:creationId xmlns:p14="http://schemas.microsoft.com/office/powerpoint/2010/main" val="2122320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ореец с маленькой бумажкой - мем из сериала &quot;Сообщество&quot;">
            <a:extLst>
              <a:ext uri="{FF2B5EF4-FFF2-40B4-BE49-F238E27FC236}">
                <a16:creationId xmlns:a16="http://schemas.microsoft.com/office/drawing/2014/main" id="{30333AAB-3AB7-3BB8-DB96-40BAB89E4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54" y="4100867"/>
            <a:ext cx="4173157" cy="25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75F529-64CA-1B95-BEAE-45DF3178E5B5}"/>
              </a:ext>
            </a:extLst>
          </p:cNvPr>
          <p:cNvSpPr txBox="1"/>
          <p:nvPr/>
        </p:nvSpPr>
        <p:spPr>
          <a:xfrm>
            <a:off x="254845" y="1025478"/>
            <a:ext cx="47074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Проблема: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Иероглифы сложно запоминать без системы повторения.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Существующие приложения (</a:t>
            </a:r>
            <a:r>
              <a:rPr lang="ru-RU" sz="2400" dirty="0" err="1"/>
              <a:t>Duolingo</a:t>
            </a:r>
            <a:r>
              <a:rPr lang="ru-RU" sz="2400" dirty="0"/>
              <a:t>, </a:t>
            </a:r>
            <a:r>
              <a:rPr lang="ru-RU" sz="2400" dirty="0" err="1"/>
              <a:t>Anki</a:t>
            </a:r>
            <a:r>
              <a:rPr lang="ru-RU" sz="2400" dirty="0"/>
              <a:t>) либо универсальны, либо не адаптированы под российского пользователя.</a:t>
            </a:r>
          </a:p>
        </p:txBody>
      </p:sp>
      <p:sp>
        <p:nvSpPr>
          <p:cNvPr id="3" name="AutoShape 4" descr="Договор России и Китая стал формулой дружбы, заявила Захарова - РИА  Новости, 16.07.2026">
            <a:extLst>
              <a:ext uri="{FF2B5EF4-FFF2-40B4-BE49-F238E27FC236}">
                <a16:creationId xmlns:a16="http://schemas.microsoft.com/office/drawing/2014/main" id="{DD5F39C4-7F7F-CF65-0461-6ABFF21AF4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6" descr="Договор России и Китая стал формулой дружбы, заявила Захарова - РИА  Новости, 16.07.2026">
            <a:extLst>
              <a:ext uri="{FF2B5EF4-FFF2-40B4-BE49-F238E27FC236}">
                <a16:creationId xmlns:a16="http://schemas.microsoft.com/office/drawing/2014/main" id="{35E2CED4-EC5D-E3C0-BEED-43649DBE5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Россия – Китай: из истории взаимоотношений | Президентская библиотека имени  Б.Н. Ельцина">
            <a:extLst>
              <a:ext uri="{FF2B5EF4-FFF2-40B4-BE49-F238E27FC236}">
                <a16:creationId xmlns:a16="http://schemas.microsoft.com/office/drawing/2014/main" id="{532CEDCB-A7DE-7734-D2FD-7B63E66F0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158" y="4580466"/>
            <a:ext cx="5332309" cy="198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05F454-5C0A-60C9-3085-4E654AA9E6DB}"/>
              </a:ext>
            </a:extLst>
          </p:cNvPr>
          <p:cNvSpPr txBox="1"/>
          <p:nvPr/>
        </p:nvSpPr>
        <p:spPr>
          <a:xfrm>
            <a:off x="5114712" y="1033945"/>
            <a:ext cx="553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Актуальность: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Китайский входит в перечень языков ЕГЭ.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Рост деловых связей с Китаем → спрос на специалистов со знанием языка.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2026–2027 — перекрёстные Годы образования России и Китая.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B05E33D-FD23-FFA2-7D64-FAE205EB57D1}"/>
              </a:ext>
            </a:extLst>
          </p:cNvPr>
          <p:cNvSpPr/>
          <p:nvPr/>
        </p:nvSpPr>
        <p:spPr>
          <a:xfrm>
            <a:off x="-186266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ПРОБЛЕМЫ И 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05151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9F8D283-E9BB-957E-96D3-7BEA6F77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766"/>
            <a:ext cx="10515600" cy="5130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Цель: разработать веб-приложение для заучивания китайских иероглифов с интервальным повторением.</a:t>
            </a:r>
          </a:p>
          <a:p>
            <a:pPr marL="0" indent="0">
              <a:buNone/>
            </a:pPr>
            <a:r>
              <a:rPr lang="ru-RU" sz="2600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Спроектировать модульную архитектуру.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Реализовать валидацию, SRS, </a:t>
            </a:r>
            <a:r>
              <a:rPr lang="ru-RU" sz="2600" dirty="0" err="1"/>
              <a:t>storage</a:t>
            </a:r>
            <a:r>
              <a:rPr lang="ru-RU" sz="2600" dirty="0"/>
              <a:t>, сессию, статистику.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Обеспечить обработку исключительных ситуаций.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Покрыть критическую логику </a:t>
            </a:r>
            <a:r>
              <a:rPr lang="ru-RU" sz="2600" dirty="0" err="1"/>
              <a:t>unit</a:t>
            </a:r>
            <a:r>
              <a:rPr lang="ru-RU" sz="2600" dirty="0"/>
              <a:t>-тестами.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Настроить CI.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Провести инспекцию кода и измерить метрики качества.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EFC3C31-F34D-B179-C827-2854FD69D392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ЦЕЛЬ И ЗАДАЧИ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939FCA-F934-FDA0-7AFD-6471A69E3C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3" t="10399" r="26251" b="12432"/>
          <a:stretch/>
        </p:blipFill>
        <p:spPr>
          <a:xfrm>
            <a:off x="8796867" y="3815581"/>
            <a:ext cx="3200400" cy="281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1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86EB81B-F433-10F9-CE33-7C8FD521F8AF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ЦЕЛЕВАЯ АУДИТОРИЯ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F99945-3EB7-5681-DAC9-2A0641CD01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3" t="10399" r="26251" b="12432"/>
          <a:stretch/>
        </p:blipFill>
        <p:spPr>
          <a:xfrm>
            <a:off x="4721826" y="1182447"/>
            <a:ext cx="2904067" cy="2550397"/>
          </a:xfrm>
          <a:prstGeom prst="rect">
            <a:avLst/>
          </a:prstGeom>
        </p:spPr>
      </p:pic>
      <p:pic>
        <p:nvPicPr>
          <p:cNvPr id="3076" name="Picture 4" descr="Как живут китайские студенты - Российская газета">
            <a:extLst>
              <a:ext uri="{FF2B5EF4-FFF2-40B4-BE49-F238E27FC236}">
                <a16:creationId xmlns:a16="http://schemas.microsoft.com/office/drawing/2014/main" id="{6430AD75-F0EC-94C3-8DF3-97FD7486E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16" y="4586379"/>
            <a:ext cx="3150335" cy="210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Большое напряжение для системы образования». Когда и как школьники будут  сдавать ЕГЭ?">
            <a:extLst>
              <a:ext uri="{FF2B5EF4-FFF2-40B4-BE49-F238E27FC236}">
                <a16:creationId xmlns:a16="http://schemas.microsoft.com/office/drawing/2014/main" id="{C8262897-C7C0-7FDE-2E11-F2102A4FD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298" y="4586379"/>
            <a:ext cx="3219124" cy="210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73B4A3-BDB6-FA51-F45A-90B8F5C42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769" y="4563975"/>
            <a:ext cx="3219124" cy="2146082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5EB1681-B7A5-575D-52BA-37365F9B9CAA}"/>
              </a:ext>
            </a:extLst>
          </p:cNvPr>
          <p:cNvCxnSpPr>
            <a:cxnSpLocks/>
            <a:stCxn id="3" idx="1"/>
            <a:endCxn id="3076" idx="0"/>
          </p:cNvCxnSpPr>
          <p:nvPr/>
        </p:nvCxnSpPr>
        <p:spPr>
          <a:xfrm flipH="1">
            <a:off x="2021784" y="2457646"/>
            <a:ext cx="2700042" cy="21287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FBB16DD-A779-5112-40BB-13FBC8E1E5EB}"/>
              </a:ext>
            </a:extLst>
          </p:cNvPr>
          <p:cNvCxnSpPr>
            <a:cxnSpLocks/>
            <a:stCxn id="3" idx="2"/>
            <a:endCxn id="3078" idx="0"/>
          </p:cNvCxnSpPr>
          <p:nvPr/>
        </p:nvCxnSpPr>
        <p:spPr>
          <a:xfrm>
            <a:off x="6173860" y="3732844"/>
            <a:ext cx="0" cy="8535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5FD1384-3CC6-12CA-A0B1-71FF269A0347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625893" y="2457646"/>
            <a:ext cx="2821974" cy="210632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02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6926D06-6757-7C19-A2E9-C9DFBA4EB2A6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ФУНКЦИОНАЛЬНОСТЬ (</a:t>
            </a:r>
            <a:r>
              <a:rPr lang="en-US" sz="4800" dirty="0"/>
              <a:t>MVP)</a:t>
            </a: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06AE67-4F67-E1A6-33B4-B995092EF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97" y="1378131"/>
            <a:ext cx="10783805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6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982FCB6-43CB-0491-2F35-55E834C7BD7C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ДЕМОНСТРАЦИЯ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61C5CA-9BF6-B78F-0236-BD5AA63C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60" y="3659259"/>
            <a:ext cx="6011333" cy="3038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2BA30B-ABBB-03C5-4CE3-F6C0328AB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04" y="1474101"/>
            <a:ext cx="5757333" cy="17246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2DB4D2B-18B4-FF4B-9FDB-1B6C43638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069" y="1216185"/>
            <a:ext cx="2530059" cy="1120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E2B7D7-E596-0356-859B-0BDC9F583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500" y="2518663"/>
            <a:ext cx="4715933" cy="4280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735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C38D4E6-2BF2-070D-4BA3-23D7D23837F8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АРХИТЕКТУРА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7F264D-7E44-FA9C-5487-01F73813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331"/>
            <a:ext cx="11734800" cy="539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8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3F39996-A50D-8629-05CA-FC5ABCC730E7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ДИАГРАММЫ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4B842F-A4F5-741C-0F57-31A26BDE6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7" y="1261533"/>
            <a:ext cx="3523215" cy="55964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1F4816-2031-63E4-0097-64BBE1F3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259" y="3767394"/>
            <a:ext cx="5050090" cy="32433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CFE493-9CFF-4E25-B2B9-2BE35D11A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934" y="1209655"/>
            <a:ext cx="5529331" cy="255773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A265CA-CDA8-0169-EA92-388930EB5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75801"/>
            <a:ext cx="11939458" cy="57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65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D9B4B9B-5A35-247D-AD95-9F644C8D4029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ТЕСТИРОВАНИЕ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1A5059-612D-CFC7-F9CF-90ACF1CBA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9" y="1322044"/>
            <a:ext cx="11891724" cy="53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2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612A0B-1FFC-577B-456F-9E7A8D24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088"/>
            <a:ext cx="12193142" cy="5422711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7AE3688-2125-2E0E-B7AB-27F9B1814355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КАЧЕСТВО КОДА</a:t>
            </a:r>
          </a:p>
        </p:txBody>
      </p:sp>
    </p:spTree>
    <p:extLst>
      <p:ext uri="{BB962C8B-B14F-4D97-AF65-F5344CB8AC3E}">
        <p14:creationId xmlns:p14="http://schemas.microsoft.com/office/powerpoint/2010/main" val="104175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9DCA684-4FA1-1E9A-C67D-3FC5A112B879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Git </a:t>
            </a:r>
            <a:r>
              <a:rPr lang="ru-RU" sz="4800" dirty="0"/>
              <a:t>и</a:t>
            </a:r>
            <a:r>
              <a:rPr lang="en-US" sz="4800" dirty="0"/>
              <a:t> CI</a:t>
            </a: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03E163-D2E7-2B48-5142-68B13B791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2" y="1200844"/>
            <a:ext cx="11758311" cy="563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47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10630A-B4E4-DDD2-3B62-2907941DB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02" b="7531"/>
          <a:stretch>
            <a:fillRect/>
          </a:stretch>
        </p:blipFill>
        <p:spPr>
          <a:xfrm>
            <a:off x="195681" y="1168401"/>
            <a:ext cx="11800638" cy="5257799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EDD597B-9264-4C6A-5687-687DA752FB08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317566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3F0934-6259-A96F-3054-1353E8664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61" t="15555" r="861" b="5434"/>
          <a:stretch>
            <a:fillRect/>
          </a:stretch>
        </p:blipFill>
        <p:spPr>
          <a:xfrm>
            <a:off x="-84666" y="1253066"/>
            <a:ext cx="11800638" cy="5418666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4E25D62-3599-8731-F527-8DFF5B392E5D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ИТОГИ</a:t>
            </a:r>
          </a:p>
        </p:txBody>
      </p:sp>
    </p:spTree>
    <p:extLst>
      <p:ext uri="{BB962C8B-B14F-4D97-AF65-F5344CB8AC3E}">
        <p14:creationId xmlns:p14="http://schemas.microsoft.com/office/powerpoint/2010/main" val="416240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2DCB92-1ADA-F6FB-9D99-56A3C320C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21" b="987"/>
          <a:stretch>
            <a:fillRect/>
          </a:stretch>
        </p:blipFill>
        <p:spPr>
          <a:xfrm>
            <a:off x="195681" y="1193800"/>
            <a:ext cx="11800638" cy="56642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52C6FDE-2644-E649-F84B-89427DAD9A11}"/>
              </a:ext>
            </a:extLst>
          </p:cNvPr>
          <p:cNvSpPr/>
          <p:nvPr/>
        </p:nvSpPr>
        <p:spPr>
          <a:xfrm>
            <a:off x="-169333" y="0"/>
            <a:ext cx="8686800" cy="1033945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ПЛАНЫ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130972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72BBD8-989F-42DC-6EDB-D01B29374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5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162</Words>
  <Application>Microsoft Office PowerPoint</Application>
  <PresentationFormat>Широкоэкранный</PresentationFormat>
  <Paragraphs>32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Тема Office</vt:lpstr>
      <vt:lpstr>Chinese Cards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Cards</dc:title>
  <dc:creator>Ася Толоконникова</dc:creator>
  <cp:lastModifiedBy>Ася Толоконникова</cp:lastModifiedBy>
  <cp:revision>3</cp:revision>
  <dcterms:created xsi:type="dcterms:W3CDTF">2026-10-07T11:05:41Z</dcterms:created>
  <dcterms:modified xsi:type="dcterms:W3CDTF">2026-10-07T13:36:54Z</dcterms:modified>
</cp:coreProperties>
</file>